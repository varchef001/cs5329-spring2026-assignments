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587A8-F120-894B-699A-DAC1FBF35F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4FAB0F-C09D-118D-C072-80F3296B92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55FEA-805B-AAA7-5BD3-2DCBE3C76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58C93-33BD-874E-8E0F-B40FD5695107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CAE52A-875B-6A0E-0A30-1A59AB445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11466C-DE78-EF77-72A4-C85874000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61012-B85C-FE43-BE9E-4FFB5E2B16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0278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92DFD-FADB-99D5-C0F2-963A13A8F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ECEBF-D1F9-90AA-8110-075DAD9CED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F80CF1-8A89-05CF-7290-24D99F672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58C93-33BD-874E-8E0F-B40FD5695107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13AC74-73D8-1A5A-6388-437E2BADA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4F7852-E9D2-6EDE-B37C-DFE5C34EE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61012-B85C-FE43-BE9E-4FFB5E2B16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906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E371E-21DD-ADA4-5417-CF3E93E49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E9AA14-28A9-4FD6-0C73-2D98D91161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013DD7-A9FD-D220-B031-5D9829F3D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58C93-33BD-874E-8E0F-B40FD5695107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9A38F1-6391-183A-1330-452A4412E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A858F0-8BA6-9DDC-B23C-764678E8F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61012-B85C-FE43-BE9E-4FFB5E2B16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398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52AB1-6DE4-6A11-C52D-C9352068E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48714-0878-CE15-C7A9-3B2407BB2E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459EA4-860C-14F3-107D-6B777E14B3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197E00-8385-1630-269E-0B81535EA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58C93-33BD-874E-8E0F-B40FD5695107}" type="datetimeFigureOut">
              <a:rPr lang="en-US" smtClean="0"/>
              <a:t>5/6/26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29CE32-E542-A798-1E34-5126BFD6E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74601C-E0A8-322B-B31F-CB6E34127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61012-B85C-FE43-BE9E-4FFB5E2B16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035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83B61-DC0E-157B-18EF-7D00CCA32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5EAF38-F724-2251-95C5-12D578650F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BFD88A-E277-EC03-79FE-BFD9D186C2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30FF60-5AFF-E97E-35EB-CE810086B1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81EAE6-F1C6-337C-EEA0-35AFA538EE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6D7C61-3353-1A6E-65F5-AE3A0C0D2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58C93-33BD-874E-8E0F-B40FD5695107}" type="datetimeFigureOut">
              <a:rPr lang="en-US" smtClean="0"/>
              <a:t>5/6/26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A5D679-8EAA-4C14-1402-15B0291A9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CB9FB9-08AB-0025-8086-F88396A82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61012-B85C-FE43-BE9E-4FFB5E2B16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548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44DB-7CE6-CC98-4586-81A15D480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6A07FB-97A4-AB7B-F364-0AD6B1CE2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58C93-33BD-874E-8E0F-B40FD5695107}" type="datetimeFigureOut">
              <a:rPr lang="en-US" smtClean="0"/>
              <a:t>5/6/26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47245C-3E02-90FA-9FE9-D4E09E946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8EAA61-A0AB-469B-0FB2-570720A4E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61012-B85C-FE43-BE9E-4FFB5E2B16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11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0C088F-17C2-890A-50D4-59961C16C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58C93-33BD-874E-8E0F-B40FD5695107}" type="datetimeFigureOut">
              <a:rPr lang="en-US" smtClean="0"/>
              <a:t>5/6/26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F9A2B5-FA3A-F2D2-C517-7616929E9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EB559F-1575-2BDE-0BFC-AE7BADC59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61012-B85C-FE43-BE9E-4FFB5E2B16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9973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41A51-79B6-FC47-91FF-8E6030111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8649B6-DD25-E4E1-F7CB-144971E34A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219031-CC5F-D476-5662-F002844DAC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33F565-7F4A-0CA7-6919-A35E05DAC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58C93-33BD-874E-8E0F-B40FD5695107}" type="datetimeFigureOut">
              <a:rPr lang="en-US" smtClean="0"/>
              <a:t>5/6/26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A2A458-AB54-158F-3769-FEF44666B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1BB460-76FF-984D-1954-18A9F8B2E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61012-B85C-FE43-BE9E-4FFB5E2B16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8237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B9C2E-8FB5-9CE8-2A47-E4B4F1979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ED1BA9-6DBA-1EF4-64D4-ADA2DB1223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BB49A4-B78B-049F-A2F5-A1A4CDE2EE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130454-38E2-3302-190D-02D8C26DF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58C93-33BD-874E-8E0F-B40FD5695107}" type="datetimeFigureOut">
              <a:rPr lang="en-US" smtClean="0"/>
              <a:t>5/6/26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DFA099-F149-B64D-A12C-BEE3BF097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E67156-C8BB-C009-C6EF-AA0EB9715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61012-B85C-FE43-BE9E-4FFB5E2B16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9006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3B8B1-4526-0C16-B323-84CAF35BC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729341-27A9-8AA8-7653-D9FEE1EB2F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1DA456-ADFF-4C50-7DDB-4F5F50CF1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58C93-33BD-874E-8E0F-B40FD5695107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5D3097-7EB7-0AA5-D290-E6ED62E95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ADACB1-5275-9DF7-D786-735FA0349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61012-B85C-FE43-BE9E-4FFB5E2B16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3606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D6FA34-6C00-8F40-AAE6-D0983478FB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6D2917-AB45-81F4-B2FB-E23AF75BC9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DAD83E-E9AE-3B66-4D12-42FA2BE4F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58C93-33BD-874E-8E0F-B40FD5695107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003C97-B97E-45D1-DEE8-CC96FAC94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413DEB-348A-E112-1A97-D954D6026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61012-B85C-FE43-BE9E-4FFB5E2B16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567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6CE9B6-EE90-0A9A-99B9-8D7764FA4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C818C2-1BEE-F015-8FBD-1A67D748E4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0A358E-3DE9-25E5-B2C5-757F386C8F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658C93-33BD-874E-8E0F-B40FD5695107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23D76C-3C7D-9B41-3467-5DE2265DBB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2BFA65-BB69-6BFC-0DD9-C80B25660C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D61012-B85C-FE43-BE9E-4FFB5E2B16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194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E2D90-ABDD-4800-3E8F-C4F9F18B0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9070" y="365125"/>
            <a:ext cx="9845749" cy="1325563"/>
          </a:xfrm>
        </p:spPr>
        <p:txBody>
          <a:bodyPr>
            <a:normAutofit/>
          </a:bodyPr>
          <a:lstStyle/>
          <a:p>
            <a:r>
              <a:rPr lang="en-US" dirty="0"/>
              <a:t>Road Network Shortest Path Analysis Using SNAP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58F36-C2A0-BF09-B066-4CF57CC47A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pPr marL="0" indent="0">
              <a:buNone/>
            </a:pPr>
            <a:r>
              <a:rPr lang="en-US" dirty="0"/>
              <a:t>Cs5329 Algorithm Design &amp; Analysis</a:t>
            </a:r>
          </a:p>
          <a:p>
            <a:pPr marL="0" indent="0">
              <a:buNone/>
            </a:pPr>
            <a:r>
              <a:rPr lang="en-US" dirty="0"/>
              <a:t>Team members :- </a:t>
            </a:r>
          </a:p>
          <a:p>
            <a:pPr marL="0" indent="0">
              <a:buNone/>
            </a:pPr>
            <a:r>
              <a:rPr lang="en-US" dirty="0"/>
              <a:t>                 Raja Brahmendra</a:t>
            </a:r>
          </a:p>
          <a:p>
            <a:pPr marL="0" indent="0">
              <a:buNone/>
            </a:pPr>
            <a:r>
              <a:rPr lang="en-US" dirty="0"/>
              <a:t>                 Varshith Gandra</a:t>
            </a:r>
          </a:p>
        </p:txBody>
      </p:sp>
    </p:spTree>
    <p:extLst>
      <p:ext uri="{BB962C8B-B14F-4D97-AF65-F5344CB8AC3E}">
        <p14:creationId xmlns:p14="http://schemas.microsoft.com/office/powerpoint/2010/main" val="3764671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32CD4-68FB-0E18-EB1B-8C0A1189C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80839F-323C-D206-3EE5-3B8198EA57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Road network is modeled as a graph </a:t>
            </a:r>
          </a:p>
          <a:p>
            <a:r>
              <a:rPr lang="en-US" dirty="0"/>
              <a:t>Nodes = road intersections or endpoints </a:t>
            </a:r>
          </a:p>
          <a:p>
            <a:r>
              <a:rPr lang="en-US" dirty="0"/>
              <a:t>Edges = road connections </a:t>
            </a:r>
          </a:p>
          <a:p>
            <a:r>
              <a:rPr lang="en-US" dirty="0"/>
              <a:t>Goal = find shortest path between two intersections </a:t>
            </a:r>
          </a:p>
          <a:p>
            <a:r>
              <a:rPr lang="en-US" dirty="0"/>
              <a:t>Focus = compare baseline vs optimized graph traversal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13950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BC066-E3E1-7BD7-EC04-1639D1ACE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SNAP </a:t>
            </a:r>
            <a:r>
              <a:rPr lang="en-US" dirty="0" err="1"/>
              <a:t>roadNet</a:t>
            </a:r>
            <a:r>
              <a:rPr lang="en-US" dirty="0"/>
              <a:t>-CA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7B0E0A-A2AC-7451-6A18-B1E9EE47E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Real-world California road network </a:t>
            </a:r>
          </a:p>
          <a:p>
            <a:r>
              <a:rPr lang="en-US" dirty="0"/>
              <a:t>Stored as an edge list </a:t>
            </a:r>
          </a:p>
          <a:p>
            <a:r>
              <a:rPr lang="en-US" dirty="0"/>
              <a:t>Each row contains: </a:t>
            </a:r>
            <a:r>
              <a:rPr lang="en-US" dirty="0" err="1"/>
              <a:t>source_node</a:t>
            </a:r>
            <a:r>
              <a:rPr lang="en-US" dirty="0"/>
              <a:t> </a:t>
            </a:r>
            <a:r>
              <a:rPr lang="en-US" dirty="0" err="1"/>
              <a:t>destination_node</a:t>
            </a:r>
            <a:r>
              <a:rPr lang="en-US" dirty="0"/>
              <a:t> </a:t>
            </a:r>
          </a:p>
          <a:p>
            <a:r>
              <a:rPr lang="en-US" dirty="0"/>
              <a:t>Example: </a:t>
            </a:r>
          </a:p>
          <a:p>
            <a:pPr marL="0" indent="0">
              <a:buNone/>
            </a:pPr>
            <a:r>
              <a:rPr lang="en-US" dirty="0"/>
              <a:t>                          0 1</a:t>
            </a:r>
            <a:br>
              <a:rPr lang="en-US" dirty="0"/>
            </a:br>
            <a:r>
              <a:rPr lang="en-US" dirty="0"/>
              <a:t>                          0 2</a:t>
            </a:r>
            <a:br>
              <a:rPr lang="en-US" dirty="0"/>
            </a:br>
            <a:r>
              <a:rPr lang="en-US" dirty="0"/>
              <a:t>                          1 385</a:t>
            </a:r>
          </a:p>
          <a:p>
            <a:r>
              <a:rPr lang="en-US" dirty="0"/>
              <a:t>Tested up to 1,000,000 edges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20425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8224C-D2DF-71ED-5F98-1B15CC917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1BBF18-3F2F-494D-B348-E35535AD16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Given a start node and goal node </a:t>
            </a:r>
          </a:p>
          <a:p>
            <a:r>
              <a:rPr lang="en-US" dirty="0"/>
              <a:t>Find the shortest path by number of road segments </a:t>
            </a:r>
          </a:p>
          <a:p>
            <a:r>
              <a:rPr lang="en-US" dirty="0"/>
              <a:t>Dataset has no distance, speed, or travel time </a:t>
            </a:r>
          </a:p>
          <a:p>
            <a:r>
              <a:rPr lang="en-US" dirty="0"/>
              <a:t>Graph is treated as unweighted </a:t>
            </a:r>
          </a:p>
          <a:p>
            <a:r>
              <a:rPr lang="en-US" dirty="0"/>
              <a:t>BFS is suitable for unweighted shortest path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0256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9860A-568C-4AA4-ED08-FC95A1EFD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Baseline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45639C-40DA-83A8-5BC6-A318B2AC8A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Uses BFS directly on the edge list </a:t>
            </a:r>
          </a:p>
          <a:p>
            <a:r>
              <a:rPr lang="en-US" dirty="0"/>
              <a:t>Does not build adjacency list </a:t>
            </a:r>
          </a:p>
          <a:p>
            <a:r>
              <a:rPr lang="en-US" dirty="0"/>
              <a:t>For every visited node, scans the full edge list </a:t>
            </a:r>
          </a:p>
          <a:p>
            <a:r>
              <a:rPr lang="en-US" dirty="0"/>
              <a:t>Simple but inefficient for large graphs </a:t>
            </a:r>
          </a:p>
          <a:p>
            <a:r>
              <a:rPr lang="en-US" b="1" dirty="0"/>
              <a:t>Big-O: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     O(V * E)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49142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62099-E227-973E-C75C-745CF38EB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Optimized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C768E-7469-A079-50D8-DBDC9CC9BE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First builds an adjacency list </a:t>
            </a:r>
          </a:p>
          <a:p>
            <a:r>
              <a:rPr lang="en-US" dirty="0"/>
              <a:t>Stores neighbors directly </a:t>
            </a:r>
          </a:p>
          <a:p>
            <a:r>
              <a:rPr lang="en-US" dirty="0"/>
              <a:t>Faster neighbor lookup </a:t>
            </a:r>
          </a:p>
          <a:p>
            <a:r>
              <a:rPr lang="en-US" dirty="0"/>
              <a:t>Better for large graphs </a:t>
            </a:r>
          </a:p>
          <a:p>
            <a:r>
              <a:rPr lang="en-US" b="1" dirty="0"/>
              <a:t>Example: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         0: [1, 2, 469]</a:t>
            </a:r>
            <a:br>
              <a:rPr lang="en-US" dirty="0"/>
            </a:br>
            <a:r>
              <a:rPr lang="en-US" dirty="0"/>
              <a:t>                  1: [0, 6, 385]</a:t>
            </a:r>
          </a:p>
          <a:p>
            <a:r>
              <a:rPr lang="en-US" b="1" dirty="0"/>
              <a:t>Big-O: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Build adjacency list: O(E)</a:t>
            </a:r>
            <a:br>
              <a:rPr lang="en-US" dirty="0"/>
            </a:br>
            <a:r>
              <a:rPr lang="en-US" dirty="0"/>
              <a:t>         BFS traversal: O(V + E)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7060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535A3-5823-639E-1658-CFED281FF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 Implementation 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8995AB-86AF-C1AB-A975-88E9D91A5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This file contains the main graph algorithms.</a:t>
            </a:r>
          </a:p>
          <a:p>
            <a:r>
              <a:rPr lang="en-US" dirty="0"/>
              <a:t>It includes:</a:t>
            </a:r>
          </a:p>
          <a:p>
            <a:pPr marL="0" indent="0">
              <a:buNone/>
            </a:pPr>
            <a:r>
              <a:rPr lang="en-US" dirty="0"/>
              <a:t>                          </a:t>
            </a:r>
            <a:r>
              <a:rPr lang="en-US" dirty="0" err="1"/>
              <a:t>baseline_edge_scan_bfs</a:t>
            </a:r>
            <a:r>
              <a:rPr lang="en-US" dirty="0"/>
              <a:t>()</a:t>
            </a:r>
            <a:br>
              <a:rPr lang="en-US" dirty="0"/>
            </a:br>
            <a:r>
              <a:rPr lang="en-US" dirty="0"/>
              <a:t>                          </a:t>
            </a:r>
            <a:r>
              <a:rPr lang="en-US" dirty="0" err="1"/>
              <a:t>build_adjacency_list</a:t>
            </a:r>
            <a:r>
              <a:rPr lang="en-US" dirty="0"/>
              <a:t>()</a:t>
            </a:r>
            <a:br>
              <a:rPr lang="en-US" dirty="0"/>
            </a:br>
            <a:r>
              <a:rPr lang="en-US" dirty="0"/>
              <a:t>                          </a:t>
            </a:r>
            <a:r>
              <a:rPr lang="en-US" dirty="0" err="1"/>
              <a:t>optimized_adjacency_bfs</a:t>
            </a:r>
            <a:r>
              <a:rPr lang="en-US" dirty="0"/>
              <a:t>()</a:t>
            </a:r>
            <a:br>
              <a:rPr lang="en-US" dirty="0"/>
            </a:br>
            <a:r>
              <a:rPr lang="en-US" dirty="0"/>
              <a:t>                          </a:t>
            </a:r>
            <a:r>
              <a:rPr lang="en-US" dirty="0" err="1"/>
              <a:t>path_length</a:t>
            </a:r>
            <a:r>
              <a:rPr lang="en-US" dirty="0"/>
              <a:t>()</a:t>
            </a:r>
            <a:br>
              <a:rPr lang="en-US" dirty="0"/>
            </a:br>
            <a:r>
              <a:rPr lang="en-US" dirty="0"/>
              <a:t>                          </a:t>
            </a:r>
            <a:r>
              <a:rPr lang="en-US" dirty="0" err="1"/>
              <a:t>verify_same_result</a:t>
            </a:r>
            <a:r>
              <a:rPr lang="en-US" dirty="0"/>
              <a:t>()</a:t>
            </a:r>
          </a:p>
          <a:p>
            <a:r>
              <a:rPr lang="en-US" dirty="0" err="1"/>
              <a:t>baseline_edge_scan_bfs</a:t>
            </a:r>
            <a:r>
              <a:rPr lang="en-US" dirty="0"/>
              <a:t>() runs BFS directly on the edge list. </a:t>
            </a:r>
          </a:p>
          <a:p>
            <a:r>
              <a:rPr lang="en-US" dirty="0" err="1"/>
              <a:t>build_adjacency_list</a:t>
            </a:r>
            <a:r>
              <a:rPr lang="en-US" dirty="0"/>
              <a:t>() converts the edge list into an adjacency list. </a:t>
            </a:r>
          </a:p>
          <a:p>
            <a:r>
              <a:rPr lang="en-US" dirty="0" err="1"/>
              <a:t>optimized_adjacency_bfs</a:t>
            </a:r>
            <a:r>
              <a:rPr lang="en-US" dirty="0"/>
              <a:t>() runs BFS using the adjacency list. </a:t>
            </a:r>
          </a:p>
          <a:p>
            <a:r>
              <a:rPr lang="en-US" dirty="0" err="1"/>
              <a:t>path_length</a:t>
            </a:r>
            <a:r>
              <a:rPr lang="en-US" dirty="0"/>
              <a:t>() calculates the number of road segments in a path. </a:t>
            </a:r>
          </a:p>
          <a:p>
            <a:r>
              <a:rPr lang="en-US" dirty="0" err="1"/>
              <a:t>verify_same_result</a:t>
            </a:r>
            <a:r>
              <a:rPr lang="en-US" dirty="0"/>
              <a:t>() checks whether both algorithms return the same shortest path length.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97314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09F13-191C-6E6F-8E08-C4E967F6C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Lessons Learned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9F6F36-1999-4072-E62E-0B680B1007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BFS is correct for unweighted shortest path. </a:t>
            </a:r>
          </a:p>
          <a:p>
            <a:r>
              <a:rPr lang="en-US" dirty="0"/>
              <a:t>Same algorithm can perform very differently depending on data structure. </a:t>
            </a:r>
          </a:p>
          <a:p>
            <a:r>
              <a:rPr lang="en-US" dirty="0"/>
              <a:t>Edge-list scanning is simple but inefficient. </a:t>
            </a:r>
          </a:p>
          <a:p>
            <a:r>
              <a:rPr lang="en-US" dirty="0"/>
              <a:t>Adjacency list gives faster neighbor lookup. </a:t>
            </a:r>
          </a:p>
          <a:p>
            <a:r>
              <a:rPr lang="en-US" dirty="0"/>
              <a:t>Benchmarking is necessary to prove performance. </a:t>
            </a:r>
          </a:p>
          <a:p>
            <a:r>
              <a:rPr lang="en-US" dirty="0"/>
              <a:t>Optimized approach uses more memory but gives much faster runtime.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67424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D82EC-3D27-F0CD-42A2-8F9F6E689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Improvements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8BB464-9D48-86F7-52EA-F021E7D35D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 edge weights such as road distance or travel time </a:t>
            </a:r>
          </a:p>
          <a:p>
            <a:r>
              <a:rPr lang="en-US" dirty="0"/>
              <a:t>Implement Dijkstra’s algorithm </a:t>
            </a:r>
          </a:p>
          <a:p>
            <a:r>
              <a:rPr lang="en-US" dirty="0"/>
              <a:t>Implement A* search </a:t>
            </a:r>
          </a:p>
          <a:p>
            <a:r>
              <a:rPr lang="en-US" dirty="0"/>
              <a:t>Compare BFS vs Dijkstra vs A* </a:t>
            </a:r>
          </a:p>
          <a:p>
            <a:r>
              <a:rPr lang="en-US" dirty="0"/>
              <a:t>Visualize routes on a map </a:t>
            </a:r>
          </a:p>
          <a:p>
            <a:r>
              <a:rPr lang="en-US" dirty="0"/>
              <a:t>Test full </a:t>
            </a:r>
            <a:r>
              <a:rPr lang="en-US" dirty="0" err="1"/>
              <a:t>roadNet</a:t>
            </a:r>
            <a:r>
              <a:rPr lang="en-US" dirty="0"/>
              <a:t>-CA dataset beyond 1M edges </a:t>
            </a:r>
          </a:p>
          <a:p>
            <a:r>
              <a:rPr lang="en-US" dirty="0"/>
              <a:t>Add real-time road closure or traffic simulation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68074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4361E-5953-BFDA-D6A1-418764CDF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0494B2-667A-E017-7423-E4B940757B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Used real-world SNAP </a:t>
            </a:r>
            <a:r>
              <a:rPr lang="en-US" dirty="0" err="1"/>
              <a:t>roadNet</a:t>
            </a:r>
            <a:r>
              <a:rPr lang="en-US" dirty="0"/>
              <a:t>-CA dataset </a:t>
            </a:r>
          </a:p>
          <a:p>
            <a:r>
              <a:rPr lang="en-US" dirty="0"/>
              <a:t>Modeled road network as a graph </a:t>
            </a:r>
          </a:p>
          <a:p>
            <a:r>
              <a:rPr lang="en-US" dirty="0"/>
              <a:t>Compared baseline edge-list BFS with optimized adjacency-list BFS </a:t>
            </a:r>
          </a:p>
          <a:p>
            <a:r>
              <a:rPr lang="en-US" dirty="0"/>
              <a:t>Verified correctness </a:t>
            </a:r>
          </a:p>
          <a:p>
            <a:r>
              <a:rPr lang="en-US" dirty="0"/>
              <a:t>Benchmarked runtime and memory </a:t>
            </a:r>
          </a:p>
          <a:p>
            <a:r>
              <a:rPr lang="en-US" dirty="0"/>
              <a:t>Optimized BFS was 17.93x faster at 1M edges </a:t>
            </a:r>
          </a:p>
          <a:p>
            <a:r>
              <a:rPr lang="en-US" dirty="0"/>
              <a:t>Project shows the importance of data structures at scale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91639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506</Words>
  <Application>Microsoft Macintosh PowerPoint</Application>
  <PresentationFormat>Widescreen</PresentationFormat>
  <Paragraphs>73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Road Network Shortest Path Analysis Using SNAP Dataset</vt:lpstr>
      <vt:lpstr>Project Overview</vt:lpstr>
      <vt:lpstr>SNAP roadNet-CA</vt:lpstr>
      <vt:lpstr>Problem Statement</vt:lpstr>
      <vt:lpstr>Baseline Approach</vt:lpstr>
      <vt:lpstr>Optimized Approach</vt:lpstr>
      <vt:lpstr>Algorithm Implementation Module</vt:lpstr>
      <vt:lpstr>Lessons Learned</vt:lpstr>
      <vt:lpstr>Future Improvements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Veerepalli, Raja Brahmendra Chowdary</dc:creator>
  <cp:lastModifiedBy>Veerepalli, Raja Brahmendra Chowdary</cp:lastModifiedBy>
  <cp:revision>1</cp:revision>
  <dcterms:created xsi:type="dcterms:W3CDTF">2026-05-06T20:34:57Z</dcterms:created>
  <dcterms:modified xsi:type="dcterms:W3CDTF">2026-05-06T20:57:19Z</dcterms:modified>
</cp:coreProperties>
</file>